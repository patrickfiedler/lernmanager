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6300788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50920"/>
            <a:ext cx="9071640" cy="708480"/>
          </a:xfrm>
          <a:prstGeom prst="rect">
            <a:avLst/>
          </a:prstGeom>
          <a:noFill/>
          <a:ln w="36000">
            <a:solidFill>
              <a:srgbClr val="0084D1"/>
            </a:solidFill>
            <a:round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9071640" cy="50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15000"/>
              </a:lnSpc>
              <a:spcBef>
                <a:spcPts val="955"/>
              </a:spcBef>
              <a:buNone/>
            </a:pP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60C079-80CA-4D26-A68B-0B5C531447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50920"/>
            <a:ext cx="9071640" cy="708480"/>
          </a:xfrm>
          <a:prstGeom prst="rect">
            <a:avLst/>
          </a:prstGeom>
          <a:noFill/>
          <a:ln w="36000">
            <a:solidFill>
              <a:srgbClr val="0084D1"/>
            </a:solidFill>
            <a:round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080000"/>
            <a:ext cx="9071640" cy="50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D229C0-8175-4A65-926D-EF6879EF01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50920"/>
            <a:ext cx="9071640" cy="708480"/>
          </a:xfrm>
          <a:prstGeom prst="rect">
            <a:avLst/>
          </a:prstGeom>
          <a:noFill/>
          <a:ln w="36000">
            <a:solidFill>
              <a:srgbClr val="0084D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Format des Titeltextes durch Klicken bearbeiten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080000"/>
            <a:ext cx="9071640" cy="50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  <a:lvl2pPr lvl="1" algn="l">
              <a:lnSpc>
                <a:spcPct val="115000"/>
              </a:lnSpc>
              <a:spcBef>
                <a:spcPts val="938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2pPr>
            <a:lvl3pPr lvl="2" algn="l">
              <a:lnSpc>
                <a:spcPct val="115000"/>
              </a:lnSpc>
              <a:spcBef>
                <a:spcPts val="70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3pPr>
            <a:lvl4pPr lvl="3" algn="l">
              <a:lnSpc>
                <a:spcPct val="115000"/>
              </a:lnSpc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4pPr>
            <a:lvl5pPr lvl="4" algn="l">
              <a:lnSpc>
                <a:spcPct val="115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5pPr>
            <a:lvl6pPr lvl="5" algn="l">
              <a:lnSpc>
                <a:spcPct val="115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6pPr>
            <a:lvl7pPr lvl="6" algn="l">
              <a:lnSpc>
                <a:spcPct val="115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7pPr>
          </a:lstStyle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Format des Gliederungstextes durch Klicken bearbeiten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864000" lvl="1" indent="-324000" algn="l">
              <a:lnSpc>
                <a:spcPct val="115000"/>
              </a:lnSpc>
              <a:spcBef>
                <a:spcPts val="93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Zweite Gliederungsebene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1296000" lvl="2" indent="-288000" algn="l">
              <a:lnSpc>
                <a:spcPct val="115000"/>
              </a:lnSpc>
              <a:spcBef>
                <a:spcPts val="7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Dritte Gliederungsebene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1728000" lvl="3" indent="-216000" algn="l">
              <a:lnSpc>
                <a:spcPct val="115000"/>
              </a:lnSpc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Vierte Gliederungsebene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160000" lvl="4" indent="-216000" algn="l">
              <a:lnSpc>
                <a:spcPct val="115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Fünfte Gliederungsebene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592000" lvl="5" indent="-216000" algn="l">
              <a:lnSpc>
                <a:spcPct val="115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Sechste Gliederungsebene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024000" lvl="6" indent="-216000" algn="l">
              <a:lnSpc>
                <a:spcPct val="115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Siebte Gliederungsebene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738760"/>
            <a:ext cx="2348280" cy="43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738760"/>
            <a:ext cx="3195000" cy="43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000" y="5738760"/>
            <a:ext cx="2348280" cy="43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53D1BF-7762-4D73-B868-EDBFEF71B8B4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308160"/>
            <a:ext cx="9071640" cy="59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Erste-Hilfe-Station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Open Sans"/>
            </a:endParaRPr>
          </a:p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Open Sans"/>
            </a:endParaRPr>
          </a:p>
          <a:p>
            <a:pPr indent="0" algn="ctr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für meine Klasse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Open Sans"/>
            </a:endParaRPr>
          </a:p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Open Sans"/>
            </a:endParaRPr>
          </a:p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Open Sans"/>
            </a:endParaRPr>
          </a:p>
          <a:p>
            <a:pPr indent="0" algn="ctr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Name: ___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50920"/>
            <a:ext cx="9071640" cy="708480"/>
          </a:xfrm>
          <a:prstGeom prst="rect">
            <a:avLst/>
          </a:prstGeom>
          <a:noFill/>
          <a:ln w="36000">
            <a:solidFill>
              <a:srgbClr val="0084D1"/>
            </a:solidFill>
            <a:round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Anmelden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9071640" cy="50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1: Schalte den Computer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2: Gib deinen ___ ein.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3: Gib dein ___ ein.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4: Klicke auf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indent="0" algn="l">
              <a:lnSpc>
                <a:spcPct val="115000"/>
              </a:lnSpc>
              <a:spcBef>
                <a:spcPts val="955"/>
              </a:spcBef>
              <a:buNone/>
            </a:pP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[Screenshot hier einfügen]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50920"/>
            <a:ext cx="9071640" cy="708480"/>
          </a:xfrm>
          <a:prstGeom prst="rect">
            <a:avLst/>
          </a:prstGeom>
          <a:noFill/>
          <a:ln w="36000">
            <a:solidFill>
              <a:srgbClr val="0084D1"/>
            </a:solidFill>
            <a:round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Mein Computer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9071640" cy="50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Ein Eingabegerät ist zum Beispiel: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Ein Ausgabegerät ist zum Beispiel: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Ein Speichermedium ist zum Beispiel: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So erkenne ich, dass mein Computer mit einem Netzwerk verbunden ist: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indent="0" algn="l">
              <a:lnSpc>
                <a:spcPct val="115000"/>
              </a:lnSpc>
              <a:spcBef>
                <a:spcPts val="955"/>
              </a:spcBef>
              <a:buNone/>
            </a:pP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[Beschrifteter Screenshot hier einfügen]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50920"/>
            <a:ext cx="9071640" cy="708480"/>
          </a:xfrm>
          <a:prstGeom prst="rect">
            <a:avLst/>
          </a:prstGeom>
          <a:noFill/>
          <a:ln w="36000">
            <a:solidFill>
              <a:srgbClr val="0084D1"/>
            </a:solidFill>
            <a:round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Datei wiederfinden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9071640" cy="50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Meine Regel 1 für gute Dateinamen: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Meine Regel 2 für gute Dateinamen: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Meine Regel 3 für gute Dateinamen: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So sortiere ich meine Dateien in Ordner: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50920"/>
            <a:ext cx="9071640" cy="708480"/>
          </a:xfrm>
          <a:prstGeom prst="rect">
            <a:avLst/>
          </a:prstGeom>
          <a:noFill/>
          <a:ln w="36000">
            <a:solidFill>
              <a:srgbClr val="0084D1"/>
            </a:solidFill>
            <a:round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USB-Stick benutzen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9071640" cy="50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1: Stecke den USB-Stick in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2: Warte, bis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3: Öffne ___ und finde den Stick.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432000" indent="-324000" algn="l">
              <a:lnSpc>
                <a:spcPct val="115000"/>
              </a:lnSpc>
              <a:spcBef>
                <a:spcPts val="9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Schritt 4: Um den Stick sicher zu entfernen: ___.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3201</TotalTime>
  <Application>LibreOffice/26.2.5.2$Linux_X86_64 LibreOffice_project/30643f3b95f81f04449dc87ba649cc313a42270e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2015-09-08T12:27:10Z</dcterms:created>
  <dc:creator/>
  <dc:description/>
  <dc:language>de-DE</dc:language>
  <cp:lastModifiedBy/>
  <dcterms:modified xsi:type="dcterms:W3CDTF">2026-02-27T07:46:50Z</dcterms:modified>
  <cp:revision>487</cp:revision>
  <dc:subject/>
  <dc:title/>
</cp:coreProperties>
</file>